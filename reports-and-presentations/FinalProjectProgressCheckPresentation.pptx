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e86147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1e86147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e86147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e86147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4932e6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4932e6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Music Review Scores with an RNN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Jason Serduke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&amp; Significance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Reviews on review sites such as Rate Your Music or Album of The 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would be the best way to sort the </a:t>
            </a:r>
            <a:r>
              <a:rPr lang="en"/>
              <a:t>reviews between positive and negative by bulk?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Human?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 Recurrent Neural Network?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the pros and cons of each methods like overall cost, start-up effort, and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have other applications in sentiment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Mostly for fun!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TensorFlow tutorials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text classification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 classification with an RNN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Collected my data from Album of The Year using a web scraper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Might need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Transformed data into format that I need to load it into TensorFlow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 it into training, validation, and testing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recently making considerations for data sanitization, with the most </a:t>
            </a:r>
            <a:r>
              <a:rPr lang="en"/>
              <a:t>important being languages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 is tokenization, training the model, and so 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